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2" r:id="rId1"/>
  </p:sldMasterIdLst>
  <p:sldIdLst>
    <p:sldId id="256" r:id="rId2"/>
    <p:sldId id="257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46B2C3-565F-AB52-68F4-E6121F651FB1}" v="468" dt="2023-10-22T17:27:36.433"/>
    <p1510:client id="{C5715543-8776-F871-0FB9-3D4A2B454C80}" v="250" dt="2023-10-24T18:11:08.703"/>
    <p1510:client id="{D5352951-225A-4847-BB59-84FCA177ADF8}" v="96" dt="2023-10-16T22:02:54.6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112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A1826-1B3E-4E2E-8D6C-93BCEAA3D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7200" y="1096965"/>
            <a:ext cx="7977600" cy="2085696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5F0CE-1714-4650-9690-5676C0634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6000" y="3945771"/>
            <a:ext cx="5760000" cy="1832730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0" spc="5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0CA85-BF38-4762-934C-D00F2047C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CA3C9-6579-49D9-A5FD-20231FB4B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B94FE-6287-4D49-B0E5-FE9A9BA75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0C0B2A-3FD1-4235-A16E-0ED1E028A93E}"/>
              </a:ext>
            </a:extLst>
          </p:cNvPr>
          <p:cNvCxnSpPr>
            <a:cxnSpLocks/>
          </p:cNvCxnSpPr>
          <p:nvPr/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9494E066-0146-46E9-BAF1-C33240ABA294}"/>
              </a:ext>
            </a:extLst>
          </p:cNvPr>
          <p:cNvGrpSpPr/>
          <p:nvPr/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02BD80B-C499-4DAC-9580-575B04F8658F}"/>
                </a:ext>
              </a:extLst>
            </p:cNvPr>
            <p:cNvGrpSpPr/>
            <p:nvPr/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CCF069F3-858C-4C67-90C2-46017C3D4C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8A1FFA52-DFA8-4A81-8A85-50BE13257F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" name="Line 70">
              <a:extLst>
                <a:ext uri="{FF2B5EF4-FFF2-40B4-BE49-F238E27FC236}">
                  <a16:creationId xmlns:a16="http://schemas.microsoft.com/office/drawing/2014/main" id="{BAEDA471-60CB-4A0C-B9AD-B2B3C51EA2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12509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2E59-6597-437B-B2F8-E2DD1F86A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3BC1D-912E-4012-84AC-A509C9EF4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7110C-4AA3-4101-B3BD-140B90AF9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0F189-4D8E-4DE6-8295-CF92FA8B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F33EC-1ACF-4D46-AEA5-A2080221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896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5267-19A7-4A3D-9658-AD3F78DD3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2305800"/>
            <a:ext cx="4636800" cy="2246400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17554-5672-499F-BEB9-AB069E6D1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5250" y="2305800"/>
            <a:ext cx="4636800" cy="22464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1">
                <a:solidFill>
                  <a:schemeClr val="tx1"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BA3C6-C279-46AA-B4EE-5F861D83D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6/29/2026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C125B-DDB9-4F4E-B9E9-A747E648F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465E-E86B-42A8-B18A-9046E40D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81007E-0E57-40DB-9A98-D04E0A05937B}"/>
              </a:ext>
            </a:extLst>
          </p:cNvPr>
          <p:cNvSpPr/>
          <p:nvPr/>
        </p:nvSpPr>
        <p:spPr>
          <a:xfrm>
            <a:off x="1437136" y="649304"/>
            <a:ext cx="340415" cy="340415"/>
          </a:xfrm>
          <a:prstGeom prst="ellipse">
            <a:avLst/>
          </a:prstGeom>
          <a:gradFill flip="none" rotWithShape="1">
            <a:gsLst>
              <a:gs pos="0">
                <a:srgbClr val="FFFFFF">
                  <a:alpha val="80000"/>
                </a:srgbClr>
              </a:gs>
              <a:gs pos="100000">
                <a:srgbClr val="FFFFFF">
                  <a:alpha val="10000"/>
                </a:srgbClr>
              </a:gs>
            </a:gsLst>
            <a:lin ang="27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C2D7ED2-BAE3-470E-9EFF-F2A49EDD9767}"/>
              </a:ext>
            </a:extLst>
          </p:cNvPr>
          <p:cNvGrpSpPr/>
          <p:nvPr/>
        </p:nvGrpSpPr>
        <p:grpSpPr>
          <a:xfrm rot="10800000">
            <a:off x="1079500" y="952167"/>
            <a:ext cx="641184" cy="1069728"/>
            <a:chOff x="6484111" y="2967038"/>
            <a:chExt cx="641184" cy="106972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B14D1A-9E1B-41C3-96AA-A5C40C4F9B3A}"/>
                </a:ext>
              </a:extLst>
            </p:cNvPr>
            <p:cNvGrpSpPr/>
            <p:nvPr/>
          </p:nvGrpSpPr>
          <p:grpSpPr>
            <a:xfrm>
              <a:off x="6808136" y="2967038"/>
              <a:ext cx="317159" cy="932400"/>
              <a:chOff x="6808136" y="2967038"/>
              <a:chExt cx="317159" cy="932400"/>
            </a:xfrm>
          </p:grpSpPr>
          <p:sp>
            <p:nvSpPr>
              <p:cNvPr id="14" name="Freeform 68">
                <a:extLst>
                  <a:ext uri="{FF2B5EF4-FFF2-40B4-BE49-F238E27FC236}">
                    <a16:creationId xmlns:a16="http://schemas.microsoft.com/office/drawing/2014/main" id="{00EC83EC-04A6-4533-80A5-B1817F1FB3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69">
                <a:extLst>
                  <a:ext uri="{FF2B5EF4-FFF2-40B4-BE49-F238E27FC236}">
                    <a16:creationId xmlns:a16="http://schemas.microsoft.com/office/drawing/2014/main" id="{BF61FF24-9074-4265-ACF4-1AEC3621B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Line 70">
                <a:extLst>
                  <a:ext uri="{FF2B5EF4-FFF2-40B4-BE49-F238E27FC236}">
                    <a16:creationId xmlns:a16="http://schemas.microsoft.com/office/drawing/2014/main" id="{8D31D9FF-672B-4C5E-B4B2-DD86A12441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991EBFD-EBD5-48CE-9178-AF5B6F50D416}"/>
                </a:ext>
              </a:extLst>
            </p:cNvPr>
            <p:cNvGrpSpPr/>
            <p:nvPr/>
          </p:nvGrpSpPr>
          <p:grpSpPr>
            <a:xfrm rot="18900000" flipH="1">
              <a:off x="6484111" y="3104366"/>
              <a:ext cx="317159" cy="932400"/>
              <a:chOff x="6808136" y="2967038"/>
              <a:chExt cx="317159" cy="932400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1B45F046-3129-4A30-9402-44BA590CD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24589F32-BB2E-46B1-BAB5-75EA779C7A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Line 70">
                <a:extLst>
                  <a:ext uri="{FF2B5EF4-FFF2-40B4-BE49-F238E27FC236}">
                    <a16:creationId xmlns:a16="http://schemas.microsoft.com/office/drawing/2014/main" id="{0BD46CA5-AE89-4413-AB8D-347179D881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43A360-3214-4DB8-BD85-C6AE48D02D3A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824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AEE3-6C7B-402E-B26D-1D079D78D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01641-6BDA-433D-9393-1DDACE067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9400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8F8D2A-A489-488D-B1E1-23F36D3E9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4202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242E8-AEEF-4BBD-94E9-86F89D695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8D2CA-06C9-412D-A5D6-F97DDBBB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A80D9-E04B-47BF-80DA-01E68346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371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2251-8A4B-463E-982B-C657C381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74D5E-AC0B-46BF-8840-61CC89C3B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399" y="1736732"/>
            <a:ext cx="4928400" cy="661912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A0738-7A90-4A35-AB98-9656D6187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9400" y="2431256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ADFE01-1BA7-4288-9355-8B2B508BE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4200" y="1736732"/>
            <a:ext cx="4928400" cy="662400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D49F77-6C55-47AC-B1AE-5D9906DBD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4200" y="2431257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D8EF53-AF86-47E8-83DC-8C419847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01D653-ED9A-46D3-A97F-B5FA1DAE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5B9B66-64EA-4022-BD96-ECF2A80C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736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FFE053-BB16-4940-B248-2D496BB2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BD80C-6CA1-42DB-B732-4807A27D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9DA86-C177-42C6-90F8-37C6844A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494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46A27C-9BDA-43B3-96EA-C145EA7F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1FBD5E-AA17-42F1-8615-49F2664D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7A2D5-EBE5-43DD-8CF2-8B90801A0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465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451E1-40E1-4ED2-A9E3-6376E774A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1" y="955674"/>
            <a:ext cx="3531600" cy="138499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AAE5E-AD83-40D4-8BDB-6B2525024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4850" y="882651"/>
            <a:ext cx="5760000" cy="48958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4DF8E2-A28B-4889-AD9E-1D733FEA2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89401" y="2584759"/>
            <a:ext cx="3531600" cy="319374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EF812-B775-468C-84D9-4394CC19F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1DEB3-5237-467C-A5B6-EDA7F366E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77A6B-440F-4D7B-92DA-1B964D029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89B2F1-1E32-44DB-B50E-BEA1896CAD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9687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6B204-119E-45DB-A177-995FF5D9B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55456"/>
            <a:ext cx="3531600" cy="1384995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D3036-53A8-4361-AAAC-D8072EB47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40001"/>
            <a:ext cx="6115050" cy="52385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FCFCD5-820E-47D9-9A60-57680C4C9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0000" y="2584758"/>
            <a:ext cx="3531600" cy="328422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446C3-A62E-4690-9098-53D59C4C3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6C8B8-EA3D-45E5-950A-B6F1EA0B4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ACAB7-ADBF-42E5-A214-232BA9EF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E80DA6-B971-46B7-B0D3-8581AE0B6AC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1408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FB6D0-92CA-4910-AE77-E238F4C89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913172-A138-4DD4-A5B1-58BA62507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897B9-E4AD-469B-A60D-9A1A4BD19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5E1B0-48D6-4F99-9955-39958BA96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F49DA-55D4-4E36-AEB9-A0E99E31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002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FEBC7C-C5C1-4A79-A195-B35701C289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34A74-3328-469B-ABCA-96F2FE368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E19AB-5637-455E-89C3-B41702C20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4F2A3-EBEE-4F42-BAC2-A482F00E6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E1C27-1A43-4B0B-88D0-0C5FE1DB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035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2DDA7E-8449-42D1-93BD-4E96C1BFC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2EB64-DBC0-4012-830E-9166670D1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400" y="1685925"/>
            <a:ext cx="10213200" cy="4040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9A3E9-8704-4E26-A519-8215B3E943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0000" y="6357168"/>
            <a:ext cx="1760150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4EC743F4-8769-40B4-85DF-6CB8DE9F66AA}" type="datetimeFigureOut">
              <a:rPr lang="en-US" smtClean="0"/>
              <a:pPr/>
              <a:t>6/29/2026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90E32-87A0-44C2-A299-D45FAB146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12" y="6357600"/>
            <a:ext cx="668337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3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C1A41-01A7-44E2-965B-ACFD4F280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760150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5742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  <p:sldLayoutId id="2147483808" r:id="rId2"/>
    <p:sldLayoutId id="2147483809" r:id="rId3"/>
    <p:sldLayoutId id="2147483810" r:id="rId4"/>
    <p:sldLayoutId id="2147483811" r:id="rId5"/>
    <p:sldLayoutId id="2147483805" r:id="rId6"/>
    <p:sldLayoutId id="2147483801" r:id="rId7"/>
    <p:sldLayoutId id="2147483802" r:id="rId8"/>
    <p:sldLayoutId id="2147483803" r:id="rId9"/>
    <p:sldLayoutId id="2147483804" r:id="rId10"/>
    <p:sldLayoutId id="2147483806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50000"/>
        </a:lnSpc>
        <a:spcBef>
          <a:spcPts val="10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2" name="Rectangle 401">
            <a:extLst>
              <a:ext uri="{FF2B5EF4-FFF2-40B4-BE49-F238E27FC236}">
                <a16:creationId xmlns:a16="http://schemas.microsoft.com/office/drawing/2014/main" id="{3011B0B3-5679-4759-90B8-3B908C4CB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0000" y="395289"/>
            <a:ext cx="4075200" cy="2226688"/>
          </a:xfrm>
        </p:spPr>
        <p:txBody>
          <a:bodyPr>
            <a:normAutofit/>
          </a:bodyPr>
          <a:lstStyle/>
          <a:p>
            <a:r>
              <a:rPr lang="en-US" dirty="0"/>
              <a:t>AEROIC ACCOUNTS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000" y="4248000"/>
            <a:ext cx="4075200" cy="2069568"/>
          </a:xfrm>
        </p:spPr>
        <p:txBody>
          <a:bodyPr vert="horz" lIns="0" tIns="0" rIns="0" bIns="0" rtlCol="0">
            <a:normAutofit/>
          </a:bodyPr>
          <a:lstStyle/>
          <a:p>
            <a:r>
              <a:rPr lang="en-US"/>
              <a:t>Your #1 Email Provider</a:t>
            </a:r>
            <a:endParaRPr lang="en-US" dirty="0"/>
          </a:p>
        </p:txBody>
      </p:sp>
      <p:grpSp>
        <p:nvGrpSpPr>
          <p:cNvPr id="403" name="Group 402">
            <a:extLst>
              <a:ext uri="{FF2B5EF4-FFF2-40B4-BE49-F238E27FC236}">
                <a16:creationId xmlns:a16="http://schemas.microsoft.com/office/drawing/2014/main" id="{50F37AA1-A09B-4E28-987B-38E5060E1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919525" y="2840038"/>
            <a:ext cx="2216150" cy="1177924"/>
            <a:chOff x="4987925" y="2840038"/>
            <a:chExt cx="2216150" cy="1177924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9874D018-FDBA-4AD4-8C74-17D41F4FB6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DB43F5C4-EF74-49F4-97CB-97938DDC2F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720702" y="2912637"/>
              <a:ext cx="1080000" cy="1080000"/>
              <a:chOff x="6879023" y="2912637"/>
              <a:chExt cx="1080000" cy="1080000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B74E0761-A6EC-4896-A2D4-97A0AF0AA0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60443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56" name="Freeform 68">
                  <a:extLst>
                    <a:ext uri="{FF2B5EF4-FFF2-40B4-BE49-F238E27FC236}">
                      <a16:creationId xmlns:a16="http://schemas.microsoft.com/office/drawing/2014/main" id="{E02DDA0C-BC2F-4EA7-B34E-E0A38B82BA2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7" name="Freeform 69">
                  <a:extLst>
                    <a:ext uri="{FF2B5EF4-FFF2-40B4-BE49-F238E27FC236}">
                      <a16:creationId xmlns:a16="http://schemas.microsoft.com/office/drawing/2014/main" id="{CF13B05D-4163-4B4E-A2D2-FA7ED946823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8" name="Line 70">
                  <a:extLst>
                    <a:ext uri="{FF2B5EF4-FFF2-40B4-BE49-F238E27FC236}">
                      <a16:creationId xmlns:a16="http://schemas.microsoft.com/office/drawing/2014/main" id="{6D222543-B140-45C1-A731-C56E6B3A17C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404" name="Group 403">
                <a:extLst>
                  <a:ext uri="{FF2B5EF4-FFF2-40B4-BE49-F238E27FC236}">
                    <a16:creationId xmlns:a16="http://schemas.microsoft.com/office/drawing/2014/main" id="{21D25868-4B38-41A5-8DA7-BB01E853424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916369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53" name="Freeform 68">
                  <a:extLst>
                    <a:ext uri="{FF2B5EF4-FFF2-40B4-BE49-F238E27FC236}">
                      <a16:creationId xmlns:a16="http://schemas.microsoft.com/office/drawing/2014/main" id="{9BA6FA89-CCD8-4CC0-954F-FBBFA59737E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4" name="Freeform 69">
                  <a:extLst>
                    <a:ext uri="{FF2B5EF4-FFF2-40B4-BE49-F238E27FC236}">
                      <a16:creationId xmlns:a16="http://schemas.microsoft.com/office/drawing/2014/main" id="{73005E59-2B44-4A62-A8F1-504FB170608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5" name="Line 70">
                  <a:extLst>
                    <a:ext uri="{FF2B5EF4-FFF2-40B4-BE49-F238E27FC236}">
                      <a16:creationId xmlns:a16="http://schemas.microsoft.com/office/drawing/2014/main" id="{C9AB3E16-8B92-47B2-BA2E-02935767A80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pic>
        <p:nvPicPr>
          <p:cNvPr id="4" name="Picture 3" descr="A blue square with a white person icon&#10;&#10;Description automatically generated">
            <a:extLst>
              <a:ext uri="{FF2B5EF4-FFF2-40B4-BE49-F238E27FC236}">
                <a16:creationId xmlns:a16="http://schemas.microsoft.com/office/drawing/2014/main" id="{232AF759-ACF0-8CA3-72C2-1B4BB6113B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5964950" y="540000"/>
            <a:ext cx="5778000" cy="5778000"/>
          </a:xfrm>
          <a:custGeom>
            <a:avLst/>
            <a:gdLst/>
            <a:ahLst/>
            <a:cxnLst/>
            <a:rect l="l" t="t" r="r" b="b"/>
            <a:pathLst>
              <a:path w="5778000" h="5778000">
                <a:moveTo>
                  <a:pt x="2889000" y="0"/>
                </a:moveTo>
                <a:cubicBezTo>
                  <a:pt x="4484551" y="0"/>
                  <a:pt x="5778000" y="1293449"/>
                  <a:pt x="5778000" y="2889000"/>
                </a:cubicBezTo>
                <a:cubicBezTo>
                  <a:pt x="5778000" y="4484551"/>
                  <a:pt x="4484551" y="5778000"/>
                  <a:pt x="2889000" y="5778000"/>
                </a:cubicBezTo>
                <a:cubicBezTo>
                  <a:pt x="1293449" y="5778000"/>
                  <a:pt x="0" y="4484551"/>
                  <a:pt x="0" y="2889000"/>
                </a:cubicBezTo>
                <a:cubicBezTo>
                  <a:pt x="0" y="1293449"/>
                  <a:pt x="1293449" y="0"/>
                  <a:pt x="2889000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E0C0B2A-3FD1-4235-A16E-0ED1E028A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9494E066-0146-46E9-BAF1-C33240ABA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02BD80B-C499-4DAC-9580-575B04F865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3" name="Freeform 68">
                <a:extLst>
                  <a:ext uri="{FF2B5EF4-FFF2-40B4-BE49-F238E27FC236}">
                    <a16:creationId xmlns:a16="http://schemas.microsoft.com/office/drawing/2014/main" id="{CCF069F3-858C-4C67-90C2-46017C3D4C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" name="Freeform 69">
                <a:extLst>
                  <a:ext uri="{FF2B5EF4-FFF2-40B4-BE49-F238E27FC236}">
                    <a16:creationId xmlns:a16="http://schemas.microsoft.com/office/drawing/2014/main" id="{8A1FFA52-DFA8-4A81-8A85-50BE13257F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2" name="Line 70">
              <a:extLst>
                <a:ext uri="{FF2B5EF4-FFF2-40B4-BE49-F238E27FC236}">
                  <a16:creationId xmlns:a16="http://schemas.microsoft.com/office/drawing/2014/main" id="{BAEDA471-60CB-4A0C-B9AD-B2B3C51EA2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A5B2A81-2C8E-4963-AFD4-E539D168B4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EDBA21-F7E9-8AE1-FB72-74B1B0AC1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1554" y="2878174"/>
            <a:ext cx="6497497" cy="1624494"/>
          </a:xfrm>
        </p:spPr>
        <p:txBody>
          <a:bodyPr vert="horz" lIns="91440" tIns="45720" rIns="91440" bIns="45720" rtlCol="0" anchor="b" anchorCtr="0">
            <a:normAutofit fontScale="90000"/>
          </a:bodyPr>
          <a:lstStyle/>
          <a:p>
            <a:pPr algn="ctr"/>
            <a:r>
              <a:rPr lang="en-US" sz="4800" dirty="0"/>
              <a:t>Table of Contents</a:t>
            </a:r>
            <a:br>
              <a:rPr lang="en-US" sz="4800" dirty="0"/>
            </a:br>
            <a:br>
              <a:rPr lang="en-US" sz="4800" dirty="0"/>
            </a:br>
            <a:br>
              <a:rPr lang="en-US" sz="4800" dirty="0"/>
            </a:br>
            <a:br>
              <a:rPr lang="en-US" sz="4800" dirty="0"/>
            </a:br>
            <a:br>
              <a:rPr lang="en-US" sz="4800" dirty="0"/>
            </a:br>
            <a:endParaRPr lang="en-US" sz="48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9578809-4F8C-4A9B-A59D-0D7BDA6B1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99766" y="716800"/>
            <a:ext cx="3838575" cy="5583025"/>
            <a:chOff x="199766" y="716800"/>
            <a:chExt cx="3838575" cy="5583025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6DADE07-3826-4857-9180-7DB77BCCE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890329" y="26237"/>
              <a:ext cx="2457450" cy="3838575"/>
              <a:chOff x="587376" y="280988"/>
              <a:chExt cx="2457450" cy="3838575"/>
            </a:xfrm>
          </p:grpSpPr>
          <p:sp>
            <p:nvSpPr>
              <p:cNvPr id="38" name="Freeform 64">
                <a:extLst>
                  <a:ext uri="{FF2B5EF4-FFF2-40B4-BE49-F238E27FC236}">
                    <a16:creationId xmlns:a16="http://schemas.microsoft.com/office/drawing/2014/main" id="{5C21CC9E-9E93-47EE-B6BE-DAF0D163FFC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443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" name="Freeform 81">
                <a:extLst>
                  <a:ext uri="{FF2B5EF4-FFF2-40B4-BE49-F238E27FC236}">
                    <a16:creationId xmlns:a16="http://schemas.microsoft.com/office/drawing/2014/main" id="{F98634D8-7CA3-4C66-8CD8-4D6F24833C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205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" name="Freeform 61">
                <a:extLst>
                  <a:ext uri="{FF2B5EF4-FFF2-40B4-BE49-F238E27FC236}">
                    <a16:creationId xmlns:a16="http://schemas.microsoft.com/office/drawing/2014/main" id="{579AC1E2-C2CF-4BA7-82B4-C8CCC73056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" name="Freeform 78">
                <a:extLst>
                  <a:ext uri="{FF2B5EF4-FFF2-40B4-BE49-F238E27FC236}">
                    <a16:creationId xmlns:a16="http://schemas.microsoft.com/office/drawing/2014/main" id="{FD089815-EEDF-4A19-B1A5-CD51F7D646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" name="Freeform 84">
                <a:extLst>
                  <a:ext uri="{FF2B5EF4-FFF2-40B4-BE49-F238E27FC236}">
                    <a16:creationId xmlns:a16="http://schemas.microsoft.com/office/drawing/2014/main" id="{3913B299-F5CE-4C72-A020-2AFCFFDB7C8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" name="Freeform 87">
                <a:extLst>
                  <a:ext uri="{FF2B5EF4-FFF2-40B4-BE49-F238E27FC236}">
                    <a16:creationId xmlns:a16="http://schemas.microsoft.com/office/drawing/2014/main" id="{38067600-ABBC-4D8F-B242-026D39DB95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967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" name="Freeform 60">
                <a:extLst>
                  <a:ext uri="{FF2B5EF4-FFF2-40B4-BE49-F238E27FC236}">
                    <a16:creationId xmlns:a16="http://schemas.microsoft.com/office/drawing/2014/main" id="{AF1082FE-D7C7-430A-B6DF-041CD1FBF5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0988"/>
                <a:ext cx="319088" cy="1419225"/>
              </a:xfrm>
              <a:custGeom>
                <a:avLst/>
                <a:gdLst>
                  <a:gd name="T0" fmla="*/ 0 w 67"/>
                  <a:gd name="T1" fmla="*/ 0 h 298"/>
                  <a:gd name="T2" fmla="*/ 0 w 67"/>
                  <a:gd name="T3" fmla="*/ 298 h 298"/>
                  <a:gd name="T4" fmla="*/ 67 w 67"/>
                  <a:gd name="T5" fmla="*/ 149 h 298"/>
                  <a:gd name="T6" fmla="*/ 0 w 67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7" y="208"/>
                      <a:pt x="67" y="149"/>
                    </a:cubicBezTo>
                    <a:cubicBezTo>
                      <a:pt x="67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" name="Freeform 59">
                <a:extLst>
                  <a:ext uri="{FF2B5EF4-FFF2-40B4-BE49-F238E27FC236}">
                    <a16:creationId xmlns:a16="http://schemas.microsoft.com/office/drawing/2014/main" id="{D20DF48A-C1E5-483E-B21B-EDC96EC75D6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497013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" name="Freeform 62">
                <a:extLst>
                  <a:ext uri="{FF2B5EF4-FFF2-40B4-BE49-F238E27FC236}">
                    <a16:creationId xmlns:a16="http://schemas.microsoft.com/office/drawing/2014/main" id="{BE0F4360-2529-43AE-8AD9-1B7B3F903C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390651"/>
                <a:ext cx="1228725" cy="761999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47" name="Freeform 65">
                <a:extLst>
                  <a:ext uri="{FF2B5EF4-FFF2-40B4-BE49-F238E27FC236}">
                    <a16:creationId xmlns:a16="http://schemas.microsoft.com/office/drawing/2014/main" id="{B1B8DE27-1A2A-48A2-A329-B0F4201A74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362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0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" name="Freeform 79">
                <a:extLst>
                  <a:ext uri="{FF2B5EF4-FFF2-40B4-BE49-F238E27FC236}">
                    <a16:creationId xmlns:a16="http://schemas.microsoft.com/office/drawing/2014/main" id="{9BD6F64A-2862-4703-A7E6-6D3295621F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124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9" name="Freeform 82">
                <a:extLst>
                  <a:ext uri="{FF2B5EF4-FFF2-40B4-BE49-F238E27FC236}">
                    <a16:creationId xmlns:a16="http://schemas.microsoft.com/office/drawing/2014/main" id="{DA103B72-E0CF-45F0-A7D0-21ECD0175D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124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" name="Freeform 85">
                <a:extLst>
                  <a:ext uri="{FF2B5EF4-FFF2-40B4-BE49-F238E27FC236}">
                    <a16:creationId xmlns:a16="http://schemas.microsoft.com/office/drawing/2014/main" id="{12BF02EE-B84D-4508-86AE-720FFD0812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886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1" name="Freeform 88">
                <a:extLst>
                  <a:ext uri="{FF2B5EF4-FFF2-40B4-BE49-F238E27FC236}">
                    <a16:creationId xmlns:a16="http://schemas.microsoft.com/office/drawing/2014/main" id="{63DEFA47-924F-47EC-8A1A-E8D4E1D286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86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18E9EAB0-A7D4-43A2-BE0E-0285979BC2C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87376" y="280988"/>
                <a:ext cx="2457450" cy="3838575"/>
                <a:chOff x="587376" y="280988"/>
                <a:chExt cx="2457450" cy="3838575"/>
              </a:xfrm>
            </p:grpSpPr>
            <p:sp>
              <p:nvSpPr>
                <p:cNvPr id="53" name="Line 63">
                  <a:extLst>
                    <a:ext uri="{FF2B5EF4-FFF2-40B4-BE49-F238E27FC236}">
                      <a16:creationId xmlns:a16="http://schemas.microsoft.com/office/drawing/2014/main" id="{0918A230-E769-4D1D-BAD9-E5835E2C8DE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4" name="Line 66">
                  <a:extLst>
                    <a:ext uri="{FF2B5EF4-FFF2-40B4-BE49-F238E27FC236}">
                      <a16:creationId xmlns:a16="http://schemas.microsoft.com/office/drawing/2014/main" id="{8387A7CE-102C-40EE-9CF5-025C3DD8D49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5" name="Line 67">
                  <a:extLst>
                    <a:ext uri="{FF2B5EF4-FFF2-40B4-BE49-F238E27FC236}">
                      <a16:creationId xmlns:a16="http://schemas.microsoft.com/office/drawing/2014/main" id="{04D252BC-127A-412D-BC8A-003132AE7C4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80988"/>
                  <a:ext cx="0" cy="3838575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6" name="Line 80">
                  <a:extLst>
                    <a:ext uri="{FF2B5EF4-FFF2-40B4-BE49-F238E27FC236}">
                      <a16:creationId xmlns:a16="http://schemas.microsoft.com/office/drawing/2014/main" id="{DBF98D9E-95AE-499D-90A5-B46B8811607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7" name="Line 83">
                  <a:extLst>
                    <a:ext uri="{FF2B5EF4-FFF2-40B4-BE49-F238E27FC236}">
                      <a16:creationId xmlns:a16="http://schemas.microsoft.com/office/drawing/2014/main" id="{DF93481C-D4B8-49D1-8DB5-0DDFD0A9754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8" name="Line 86">
                  <a:extLst>
                    <a:ext uri="{FF2B5EF4-FFF2-40B4-BE49-F238E27FC236}">
                      <a16:creationId xmlns:a16="http://schemas.microsoft.com/office/drawing/2014/main" id="{E08AF258-8D62-4B36-9315-8652E31710E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9" name="Line 89">
                  <a:extLst>
                    <a:ext uri="{FF2B5EF4-FFF2-40B4-BE49-F238E27FC236}">
                      <a16:creationId xmlns:a16="http://schemas.microsoft.com/office/drawing/2014/main" id="{DCAC5381-7C87-4FB1-922C-72424F35D4F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33D131BB-56BB-4799-9DE1-95E397FA61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3500000">
              <a:off x="480743" y="3311698"/>
              <a:ext cx="1785984" cy="2211229"/>
              <a:chOff x="3125006" y="3171595"/>
              <a:chExt cx="1785984" cy="2211229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BD75D3A2-6328-49F4-A5C7-BDBEBE8710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FB386BFB-69FD-4CED-89B4-6E45CD3340D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0E0292B6-9C83-4545-9DB9-6D216C64916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" name="Rectangle 30">
                  <a:extLst>
                    <a:ext uri="{FF2B5EF4-FFF2-40B4-BE49-F238E27FC236}">
                      <a16:creationId xmlns:a16="http://schemas.microsoft.com/office/drawing/2014/main" id="{218E320A-887F-4DBF-8CCC-A0E849F3645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Rectangle 30">
                  <a:extLst>
                    <a:ext uri="{FF2B5EF4-FFF2-40B4-BE49-F238E27FC236}">
                      <a16:creationId xmlns:a16="http://schemas.microsoft.com/office/drawing/2014/main" id="{70456DE9-EFE8-480B-904C-C4E4521BA8B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FFAC87AC-6F0D-41C3-A96D-583587DBD2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BBBB3529-7770-48BD-9A2D-61CB322B489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B4D2F05B-BBCD-4783-BDE0-43D73C2675E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5C54BFAD-42ED-48A4-AA55-3BE394C44E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555957" y="5230097"/>
              <a:ext cx="641183" cy="1069728"/>
              <a:chOff x="6484112" y="2967038"/>
              <a:chExt cx="641183" cy="1069728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FB341D07-45D8-4F3A-B413-FD2B278A24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6808136" y="2967038"/>
                <a:ext cx="317159" cy="932400"/>
                <a:chOff x="6808136" y="2967038"/>
                <a:chExt cx="317159" cy="932400"/>
              </a:xfrm>
            </p:grpSpPr>
            <p:sp>
              <p:nvSpPr>
                <p:cNvPr id="27" name="Freeform 68">
                  <a:extLst>
                    <a:ext uri="{FF2B5EF4-FFF2-40B4-BE49-F238E27FC236}">
                      <a16:creationId xmlns:a16="http://schemas.microsoft.com/office/drawing/2014/main" id="{872DAC2D-6CA9-4BA0-9831-D9BCA4630F9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" name="Freeform 69">
                  <a:extLst>
                    <a:ext uri="{FF2B5EF4-FFF2-40B4-BE49-F238E27FC236}">
                      <a16:creationId xmlns:a16="http://schemas.microsoft.com/office/drawing/2014/main" id="{79883F04-2F99-488F-B3C5-0B29E181A19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" name="Line 70">
                  <a:extLst>
                    <a:ext uri="{FF2B5EF4-FFF2-40B4-BE49-F238E27FC236}">
                      <a16:creationId xmlns:a16="http://schemas.microsoft.com/office/drawing/2014/main" id="{588E0A03-E6DB-4D96-82A1-39AAB998509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2032D250-40F2-4BE1-9E51-51D6124316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484112" y="3104366"/>
                <a:ext cx="317159" cy="932400"/>
                <a:chOff x="6808136" y="2967038"/>
                <a:chExt cx="317159" cy="932400"/>
              </a:xfrm>
            </p:grpSpPr>
            <p:sp>
              <p:nvSpPr>
                <p:cNvPr id="24" name="Freeform 68">
                  <a:extLst>
                    <a:ext uri="{FF2B5EF4-FFF2-40B4-BE49-F238E27FC236}">
                      <a16:creationId xmlns:a16="http://schemas.microsoft.com/office/drawing/2014/main" id="{CFF6B335-FCBC-4111-B6E0-010A0CCF6A3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5" name="Freeform 69">
                  <a:extLst>
                    <a:ext uri="{FF2B5EF4-FFF2-40B4-BE49-F238E27FC236}">
                      <a16:creationId xmlns:a16="http://schemas.microsoft.com/office/drawing/2014/main" id="{F3A4A21F-DBFE-4F02-A66E-C6F0ECB6985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6" name="Line 70">
                  <a:extLst>
                    <a:ext uri="{FF2B5EF4-FFF2-40B4-BE49-F238E27FC236}">
                      <a16:creationId xmlns:a16="http://schemas.microsoft.com/office/drawing/2014/main" id="{3A5E5CE1-528A-4B41-A739-BFE450F1F97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88FC08C-C419-4B3F-B3C4-074AE7045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6000" y="369087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Group 62">
            <a:extLst>
              <a:ext uri="{FF2B5EF4-FFF2-40B4-BE49-F238E27FC236}">
                <a16:creationId xmlns:a16="http://schemas.microsoft.com/office/drawing/2014/main" id="{E69E4645-4CFC-4C14-9639-295E67859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153659" y="716800"/>
            <a:ext cx="3838575" cy="5583025"/>
            <a:chOff x="199766" y="716800"/>
            <a:chExt cx="3838575" cy="5583025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A75D1D75-29EC-4168-9B74-DD31796A35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890329" y="26237"/>
              <a:ext cx="2457450" cy="3838575"/>
              <a:chOff x="587376" y="280988"/>
              <a:chExt cx="2457450" cy="3838575"/>
            </a:xfrm>
          </p:grpSpPr>
          <p:sp>
            <p:nvSpPr>
              <p:cNvPr id="83" name="Freeform 64">
                <a:extLst>
                  <a:ext uri="{FF2B5EF4-FFF2-40B4-BE49-F238E27FC236}">
                    <a16:creationId xmlns:a16="http://schemas.microsoft.com/office/drawing/2014/main" id="{5C244629-4F62-4555-8576-76E450C7122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443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Freeform 81">
                <a:extLst>
                  <a:ext uri="{FF2B5EF4-FFF2-40B4-BE49-F238E27FC236}">
                    <a16:creationId xmlns:a16="http://schemas.microsoft.com/office/drawing/2014/main" id="{33FE7FD6-ED0C-4A85-BB37-50D5DEFE5D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205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" name="Freeform 61">
                <a:extLst>
                  <a:ext uri="{FF2B5EF4-FFF2-40B4-BE49-F238E27FC236}">
                    <a16:creationId xmlns:a16="http://schemas.microsoft.com/office/drawing/2014/main" id="{E321CBA3-94D7-498A-AA58-32E5E21DAA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Freeform 78">
                <a:extLst>
                  <a:ext uri="{FF2B5EF4-FFF2-40B4-BE49-F238E27FC236}">
                    <a16:creationId xmlns:a16="http://schemas.microsoft.com/office/drawing/2014/main" id="{A483E481-9A4F-433D-83BF-BE219AE92A4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84">
                <a:extLst>
                  <a:ext uri="{FF2B5EF4-FFF2-40B4-BE49-F238E27FC236}">
                    <a16:creationId xmlns:a16="http://schemas.microsoft.com/office/drawing/2014/main" id="{3BD25EE3-866C-4F95-87D6-3539B174A3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Freeform 87">
                <a:extLst>
                  <a:ext uri="{FF2B5EF4-FFF2-40B4-BE49-F238E27FC236}">
                    <a16:creationId xmlns:a16="http://schemas.microsoft.com/office/drawing/2014/main" id="{7C4C4F76-8DA9-47EA-94F9-1D400388FAC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967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" name="Freeform 60">
                <a:extLst>
                  <a:ext uri="{FF2B5EF4-FFF2-40B4-BE49-F238E27FC236}">
                    <a16:creationId xmlns:a16="http://schemas.microsoft.com/office/drawing/2014/main" id="{025FE981-874E-47FE-81B8-F025D2BF9C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0988"/>
                <a:ext cx="319088" cy="1419225"/>
              </a:xfrm>
              <a:custGeom>
                <a:avLst/>
                <a:gdLst>
                  <a:gd name="T0" fmla="*/ 0 w 67"/>
                  <a:gd name="T1" fmla="*/ 0 h 298"/>
                  <a:gd name="T2" fmla="*/ 0 w 67"/>
                  <a:gd name="T3" fmla="*/ 298 h 298"/>
                  <a:gd name="T4" fmla="*/ 67 w 67"/>
                  <a:gd name="T5" fmla="*/ 149 h 298"/>
                  <a:gd name="T6" fmla="*/ 0 w 67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7" y="208"/>
                      <a:pt x="67" y="149"/>
                    </a:cubicBezTo>
                    <a:cubicBezTo>
                      <a:pt x="67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" name="Freeform 59">
                <a:extLst>
                  <a:ext uri="{FF2B5EF4-FFF2-40B4-BE49-F238E27FC236}">
                    <a16:creationId xmlns:a16="http://schemas.microsoft.com/office/drawing/2014/main" id="{5680B73A-298E-4BDA-AB07-ACC8314E40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497013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" name="Freeform 62">
                <a:extLst>
                  <a:ext uri="{FF2B5EF4-FFF2-40B4-BE49-F238E27FC236}">
                    <a16:creationId xmlns:a16="http://schemas.microsoft.com/office/drawing/2014/main" id="{01AFB333-D097-4235-A165-C9D3CDC2FE6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390651"/>
                <a:ext cx="1228725" cy="761999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2" name="Freeform 65">
                <a:extLst>
                  <a:ext uri="{FF2B5EF4-FFF2-40B4-BE49-F238E27FC236}">
                    <a16:creationId xmlns:a16="http://schemas.microsoft.com/office/drawing/2014/main" id="{66C11AEB-D3F2-45AA-9C41-CA142A02E7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362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0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" name="Freeform 79">
                <a:extLst>
                  <a:ext uri="{FF2B5EF4-FFF2-40B4-BE49-F238E27FC236}">
                    <a16:creationId xmlns:a16="http://schemas.microsoft.com/office/drawing/2014/main" id="{2EAA79E5-B4EE-4477-A9D7-38234A19D4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124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" name="Freeform 82">
                <a:extLst>
                  <a:ext uri="{FF2B5EF4-FFF2-40B4-BE49-F238E27FC236}">
                    <a16:creationId xmlns:a16="http://schemas.microsoft.com/office/drawing/2014/main" id="{A2EB3CA6-CF43-44E7-A82B-C86FF6A75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124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" name="Freeform 85">
                <a:extLst>
                  <a:ext uri="{FF2B5EF4-FFF2-40B4-BE49-F238E27FC236}">
                    <a16:creationId xmlns:a16="http://schemas.microsoft.com/office/drawing/2014/main" id="{635B3B6D-8A83-4CF1-AE24-D872BCE07C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886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6" name="Freeform 88">
                <a:extLst>
                  <a:ext uri="{FF2B5EF4-FFF2-40B4-BE49-F238E27FC236}">
                    <a16:creationId xmlns:a16="http://schemas.microsoft.com/office/drawing/2014/main" id="{67274B73-EB7F-4885-8375-DCC193DE84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86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B0EE02B4-8ECF-4636-B55D-11A3869E6E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87376" y="280988"/>
                <a:ext cx="2457450" cy="3838575"/>
                <a:chOff x="587376" y="280988"/>
                <a:chExt cx="2457450" cy="3838575"/>
              </a:xfrm>
            </p:grpSpPr>
            <p:sp>
              <p:nvSpPr>
                <p:cNvPr id="98" name="Line 63">
                  <a:extLst>
                    <a:ext uri="{FF2B5EF4-FFF2-40B4-BE49-F238E27FC236}">
                      <a16:creationId xmlns:a16="http://schemas.microsoft.com/office/drawing/2014/main" id="{97860271-66A3-4C76-9A50-EF7ADA1D959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9" name="Line 66">
                  <a:extLst>
                    <a:ext uri="{FF2B5EF4-FFF2-40B4-BE49-F238E27FC236}">
                      <a16:creationId xmlns:a16="http://schemas.microsoft.com/office/drawing/2014/main" id="{CD0262E2-572E-453D-8FE4-46EDF0C75C2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0" name="Line 67">
                  <a:extLst>
                    <a:ext uri="{FF2B5EF4-FFF2-40B4-BE49-F238E27FC236}">
                      <a16:creationId xmlns:a16="http://schemas.microsoft.com/office/drawing/2014/main" id="{504EAB1B-BE08-49A3-91E4-2F59777FF81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80988"/>
                  <a:ext cx="0" cy="3838575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1" name="Line 80">
                  <a:extLst>
                    <a:ext uri="{FF2B5EF4-FFF2-40B4-BE49-F238E27FC236}">
                      <a16:creationId xmlns:a16="http://schemas.microsoft.com/office/drawing/2014/main" id="{1BA1BFEB-5D6B-4011-8814-75FDF39A8CE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2" name="Line 83">
                  <a:extLst>
                    <a:ext uri="{FF2B5EF4-FFF2-40B4-BE49-F238E27FC236}">
                      <a16:creationId xmlns:a16="http://schemas.microsoft.com/office/drawing/2014/main" id="{58D635F3-CD70-43D2-9FAE-690BB6A8C02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3" name="Line 86">
                  <a:extLst>
                    <a:ext uri="{FF2B5EF4-FFF2-40B4-BE49-F238E27FC236}">
                      <a16:creationId xmlns:a16="http://schemas.microsoft.com/office/drawing/2014/main" id="{7D4A71ED-4313-45E2-9078-0A2179F6096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4" name="Line 89">
                  <a:extLst>
                    <a:ext uri="{FF2B5EF4-FFF2-40B4-BE49-F238E27FC236}">
                      <a16:creationId xmlns:a16="http://schemas.microsoft.com/office/drawing/2014/main" id="{F71A8BF4-8580-4405-93CC-68682C9EFB5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503EA70C-259E-4844-83FD-A8152374DD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3500000">
              <a:off x="480743" y="3311698"/>
              <a:ext cx="1785984" cy="2211229"/>
              <a:chOff x="3125006" y="3171595"/>
              <a:chExt cx="1785984" cy="2211229"/>
            </a:xfrm>
          </p:grpSpPr>
          <p:grpSp>
            <p:nvGrpSpPr>
              <p:cNvPr id="75" name="Group 74">
                <a:extLst>
                  <a:ext uri="{FF2B5EF4-FFF2-40B4-BE49-F238E27FC236}">
                    <a16:creationId xmlns:a16="http://schemas.microsoft.com/office/drawing/2014/main" id="{2D8DEFBA-3794-41DB-BA53-A168E4B02E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79" name="Straight Connector 78">
                  <a:extLst>
                    <a:ext uri="{FF2B5EF4-FFF2-40B4-BE49-F238E27FC236}">
                      <a16:creationId xmlns:a16="http://schemas.microsoft.com/office/drawing/2014/main" id="{F74D1351-C939-4ABA-A2D0-F13C1F3BF5E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Straight Connector 79">
                  <a:extLst>
                    <a:ext uri="{FF2B5EF4-FFF2-40B4-BE49-F238E27FC236}">
                      <a16:creationId xmlns:a16="http://schemas.microsoft.com/office/drawing/2014/main" id="{D672A249-195A-4DAD-984C-AC6C894A6FD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1" name="Rectangle 30">
                  <a:extLst>
                    <a:ext uri="{FF2B5EF4-FFF2-40B4-BE49-F238E27FC236}">
                      <a16:creationId xmlns:a16="http://schemas.microsoft.com/office/drawing/2014/main" id="{B2751033-92CC-43C5-B09D-BEAC921297C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30">
                  <a:extLst>
                    <a:ext uri="{FF2B5EF4-FFF2-40B4-BE49-F238E27FC236}">
                      <a16:creationId xmlns:a16="http://schemas.microsoft.com/office/drawing/2014/main" id="{810A9024-F6AE-46E1-AF5B-23C1BAF52AE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6148CDE3-7E34-46A7-A2A1-B2418BA6CD3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77" name="Freeform: Shape 76">
                  <a:extLst>
                    <a:ext uri="{FF2B5EF4-FFF2-40B4-BE49-F238E27FC236}">
                      <a16:creationId xmlns:a16="http://schemas.microsoft.com/office/drawing/2014/main" id="{DFB487FA-CAC6-469F-8D07-227D88323A7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8" name="Freeform: Shape 77">
                  <a:extLst>
                    <a:ext uri="{FF2B5EF4-FFF2-40B4-BE49-F238E27FC236}">
                      <a16:creationId xmlns:a16="http://schemas.microsoft.com/office/drawing/2014/main" id="{64B6721C-6379-4342-B632-2288DDDD122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58C06E09-320E-44ED-8B43-2BB2CE74A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555957" y="5230097"/>
              <a:ext cx="641183" cy="1069728"/>
              <a:chOff x="6484112" y="2967038"/>
              <a:chExt cx="641183" cy="1069728"/>
            </a:xfrm>
          </p:grpSpPr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2F42D42C-CE47-479C-A563-298CD9035FC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6808136" y="2967038"/>
                <a:ext cx="317159" cy="932400"/>
                <a:chOff x="6808136" y="2967038"/>
                <a:chExt cx="317159" cy="932400"/>
              </a:xfrm>
            </p:grpSpPr>
            <p:sp>
              <p:nvSpPr>
                <p:cNvPr id="72" name="Freeform 68">
                  <a:extLst>
                    <a:ext uri="{FF2B5EF4-FFF2-40B4-BE49-F238E27FC236}">
                      <a16:creationId xmlns:a16="http://schemas.microsoft.com/office/drawing/2014/main" id="{65202664-9154-4377-8C3E-9BA25B78A40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" name="Freeform 69">
                  <a:extLst>
                    <a:ext uri="{FF2B5EF4-FFF2-40B4-BE49-F238E27FC236}">
                      <a16:creationId xmlns:a16="http://schemas.microsoft.com/office/drawing/2014/main" id="{F0361EFD-383F-40DA-936A-1EC55BBA676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4" name="Line 70">
                  <a:extLst>
                    <a:ext uri="{FF2B5EF4-FFF2-40B4-BE49-F238E27FC236}">
                      <a16:creationId xmlns:a16="http://schemas.microsoft.com/office/drawing/2014/main" id="{0899FE39-C088-493A-A9ED-9C70D9427F5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04A185DA-EED5-4241-BCE2-7DFF9775B9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484112" y="3104366"/>
                <a:ext cx="317159" cy="932400"/>
                <a:chOff x="6808136" y="2967038"/>
                <a:chExt cx="317159" cy="932400"/>
              </a:xfrm>
            </p:grpSpPr>
            <p:sp>
              <p:nvSpPr>
                <p:cNvPr id="69" name="Freeform 68">
                  <a:extLst>
                    <a:ext uri="{FF2B5EF4-FFF2-40B4-BE49-F238E27FC236}">
                      <a16:creationId xmlns:a16="http://schemas.microsoft.com/office/drawing/2014/main" id="{1D1D1F03-0895-4603-B54A-30778D288DB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0" name="Freeform 69">
                  <a:extLst>
                    <a:ext uri="{FF2B5EF4-FFF2-40B4-BE49-F238E27FC236}">
                      <a16:creationId xmlns:a16="http://schemas.microsoft.com/office/drawing/2014/main" id="{4205B00F-0C22-4C32-B408-130BD2BCA2D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" name="Line 70">
                  <a:extLst>
                    <a:ext uri="{FF2B5EF4-FFF2-40B4-BE49-F238E27FC236}">
                      <a16:creationId xmlns:a16="http://schemas.microsoft.com/office/drawing/2014/main" id="{0307197D-6DFE-4C69-95F1-42678413BA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B47DDF9-3B3D-C0F5-C96D-5D3553CE7F6D}"/>
              </a:ext>
            </a:extLst>
          </p:cNvPr>
          <p:cNvSpPr txBox="1"/>
          <p:nvPr/>
        </p:nvSpPr>
        <p:spPr>
          <a:xfrm>
            <a:off x="2348023" y="2073348"/>
            <a:ext cx="340241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AutoNum type="arabicParenR"/>
            </a:pPr>
            <a:r>
              <a:rPr lang="en-US" sz="2800" dirty="0"/>
              <a:t>Business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171A4F-A846-19B5-341E-1C82FF50CF35}"/>
              </a:ext>
            </a:extLst>
          </p:cNvPr>
          <p:cNvSpPr txBox="1"/>
          <p:nvPr/>
        </p:nvSpPr>
        <p:spPr>
          <a:xfrm>
            <a:off x="6501677" y="2035563"/>
            <a:ext cx="3615069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/>
              <a:t>2) Why did I choose this business model?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79BE7B-41F8-12A8-4822-DCC774C6623B}"/>
              </a:ext>
            </a:extLst>
          </p:cNvPr>
          <p:cNvSpPr txBox="1"/>
          <p:nvPr/>
        </p:nvSpPr>
        <p:spPr>
          <a:xfrm>
            <a:off x="2348974" y="3495123"/>
            <a:ext cx="3110975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/>
              <a:t>3) HTML &amp; CSS Code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408855-DF4A-4BDC-43F4-51AA9621D55B}"/>
              </a:ext>
            </a:extLst>
          </p:cNvPr>
          <p:cNvSpPr txBox="1"/>
          <p:nvPr/>
        </p:nvSpPr>
        <p:spPr>
          <a:xfrm>
            <a:off x="6448661" y="3539207"/>
            <a:ext cx="360218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/>
              <a:t>4) Issues/Challenges</a:t>
            </a:r>
          </a:p>
        </p:txBody>
      </p:sp>
    </p:spTree>
    <p:extLst>
      <p:ext uri="{BB962C8B-B14F-4D97-AF65-F5344CB8AC3E}">
        <p14:creationId xmlns:p14="http://schemas.microsoft.com/office/powerpoint/2010/main" val="3088689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4" name="Rectangle 143">
            <a:extLst>
              <a:ext uri="{FF2B5EF4-FFF2-40B4-BE49-F238E27FC236}">
                <a16:creationId xmlns:a16="http://schemas.microsoft.com/office/drawing/2014/main" id="{DB66C9CD-6BF4-44CA-8078-0BB819080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7388B3-FF21-2B70-5022-B7196E7B1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536575"/>
            <a:ext cx="4078800" cy="1453003"/>
          </a:xfrm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pPr algn="ctr"/>
            <a:r>
              <a:rPr lang="en-US" sz="3200" kern="1200" cap="none" spc="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Business Model</a:t>
            </a:r>
          </a:p>
        </p:txBody>
      </p: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76D745DA-D03E-47A2-9936-01C39D51A4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759400" y="242814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B405800-180E-1025-F844-AB1C08968C2E}"/>
              </a:ext>
            </a:extLst>
          </p:cNvPr>
          <p:cNvSpPr txBox="1"/>
          <p:nvPr/>
        </p:nvSpPr>
        <p:spPr>
          <a:xfrm>
            <a:off x="990000" y="2877018"/>
            <a:ext cx="4078800" cy="2901482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lnSpc>
                <a:spcPct val="140000"/>
              </a:lnSpc>
              <a:spcAft>
                <a:spcPts val="600"/>
              </a:spcAft>
              <a:buFont typeface="Wingdings"/>
              <a:buChar char="v"/>
            </a:pPr>
            <a:r>
              <a:rPr lang="en-US" sz="1200" spc="50" dirty="0">
                <a:solidFill>
                  <a:schemeClr val="tx1">
                    <a:alpha val="60000"/>
                  </a:schemeClr>
                </a:solidFill>
              </a:rPr>
              <a:t>In order to purchase any hyped item whether physical or virtual an email address is required to prove that you are a unique individual and not a robot. </a:t>
            </a:r>
            <a:r>
              <a:rPr lang="en-US" sz="1200" spc="50" dirty="0" err="1">
                <a:solidFill>
                  <a:schemeClr val="tx1">
                    <a:alpha val="60000"/>
                  </a:schemeClr>
                </a:solidFill>
              </a:rPr>
              <a:t>E.g</a:t>
            </a:r>
            <a:r>
              <a:rPr lang="en-US" sz="1200" spc="50" dirty="0">
                <a:solidFill>
                  <a:schemeClr val="tx1">
                    <a:alpha val="60000"/>
                  </a:schemeClr>
                </a:solidFill>
              </a:rPr>
              <a:t> (concert tickets, clothes, shoes, electronics and etc.)</a:t>
            </a:r>
          </a:p>
          <a:p>
            <a:pPr marL="285750" indent="-285750">
              <a:lnSpc>
                <a:spcPct val="140000"/>
              </a:lnSpc>
              <a:spcAft>
                <a:spcPts val="600"/>
              </a:spcAft>
              <a:buFont typeface="Wingdings"/>
              <a:buChar char="v"/>
            </a:pPr>
            <a:r>
              <a:rPr lang="en-US" sz="1200" spc="50" dirty="0">
                <a:solidFill>
                  <a:schemeClr val="tx1">
                    <a:alpha val="60000"/>
                  </a:schemeClr>
                </a:solidFill>
              </a:rPr>
              <a:t>In order to increase your odds of getting these items you may need additional email addresses or emails with a high activity/</a:t>
            </a:r>
            <a:r>
              <a:rPr lang="en-US" sz="1200" spc="50" dirty="0" err="1">
                <a:solidFill>
                  <a:schemeClr val="tx1">
                    <a:alpha val="60000"/>
                  </a:schemeClr>
                </a:solidFill>
              </a:rPr>
              <a:t>recaptcha</a:t>
            </a:r>
            <a:r>
              <a:rPr lang="en-US" sz="1200" spc="50" dirty="0">
                <a:solidFill>
                  <a:schemeClr val="tx1">
                    <a:alpha val="60000"/>
                  </a:schemeClr>
                </a:solidFill>
              </a:rPr>
              <a:t> score. By using my knowledge of intrusion detection I can provide customers with any solution they need.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E95A6F56-5B66-4656-B01E-938834D6A3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pic>
        <p:nvPicPr>
          <p:cNvPr id="5" name="Picture 4" descr="A screenshot of a website&#10;&#10;Description automatically generated">
            <a:extLst>
              <a:ext uri="{FF2B5EF4-FFF2-40B4-BE49-F238E27FC236}">
                <a16:creationId xmlns:a16="http://schemas.microsoft.com/office/drawing/2014/main" id="{E42A7A7F-4DA7-F38F-CA76-8ED5D3F9C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1127" y="2033955"/>
            <a:ext cx="4999885" cy="2787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229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9" name="Rectangle 68">
            <a:extLst>
              <a:ext uri="{FF2B5EF4-FFF2-40B4-BE49-F238E27FC236}">
                <a16:creationId xmlns:a16="http://schemas.microsoft.com/office/drawing/2014/main" id="{3D2EE047-566C-48D4-9F44-4BB3B58FB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2403B1-208D-2A03-B2BA-E373C7108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45926"/>
            <a:ext cx="3531600" cy="1815882"/>
          </a:xfrm>
        </p:spPr>
        <p:txBody>
          <a:bodyPr anchor="t">
            <a:normAutofit/>
          </a:bodyPr>
          <a:lstStyle/>
          <a:p>
            <a:r>
              <a:rPr lang="en-US" dirty="0"/>
              <a:t>Why did I choose this business model?</a:t>
            </a:r>
            <a:endParaRPr lang="en-US"/>
          </a:p>
        </p:txBody>
      </p:sp>
      <p:pic>
        <p:nvPicPr>
          <p:cNvPr id="4" name="Content Placeholder 3" descr="A collection of different shoes&#10;&#10;Description automatically generated">
            <a:extLst>
              <a:ext uri="{FF2B5EF4-FFF2-40B4-BE49-F238E27FC236}">
                <a16:creationId xmlns:a16="http://schemas.microsoft.com/office/drawing/2014/main" id="{CDD48881-2200-B482-58BB-F06CAB18C5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736" r="9932" b="-5"/>
          <a:stretch/>
        </p:blipFill>
        <p:spPr>
          <a:xfrm>
            <a:off x="1079500" y="3428999"/>
            <a:ext cx="3352800" cy="2339975"/>
          </a:xfrm>
          <a:prstGeom prst="rect">
            <a:avLst/>
          </a:prstGeom>
        </p:spPr>
      </p:pic>
      <p:sp>
        <p:nvSpPr>
          <p:cNvPr id="51" name="Content Placeholder 21">
            <a:extLst>
              <a:ext uri="{FF2B5EF4-FFF2-40B4-BE49-F238E27FC236}">
                <a16:creationId xmlns:a16="http://schemas.microsoft.com/office/drawing/2014/main" id="{4E523039-CD40-40AA-FA60-C4A64AA82A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7457" y="935999"/>
            <a:ext cx="6114543" cy="4832975"/>
          </a:xfrm>
        </p:spPr>
        <p:txBody>
          <a:bodyPr vert="horz" lIns="91440" tIns="45720" rIns="91440" bIns="45720" rtlCol="0">
            <a:normAutofit/>
          </a:bodyPr>
          <a:lstStyle/>
          <a:p>
            <a:pPr marL="359410" indent="-359410">
              <a:buChar char="v"/>
            </a:pPr>
            <a:r>
              <a:rPr lang="en-US"/>
              <a:t>During the pandemic I could not go outside so I chose to interact with my friends online and we all had the same interest, shoes, clothes, electronics and various other highly sought after items. </a:t>
            </a:r>
            <a:endParaRPr lang="en-US" dirty="0"/>
          </a:p>
          <a:p>
            <a:pPr marL="359410" indent="-359410">
              <a:buChar char="v"/>
            </a:pPr>
            <a:r>
              <a:rPr lang="en-US"/>
              <a:t>Once I realized there was a need for these items, I concluded that I could provide them myself or the resources needed to get them. I decided to do the latter.</a:t>
            </a:r>
          </a:p>
        </p:txBody>
      </p:sp>
    </p:spTree>
    <p:extLst>
      <p:ext uri="{BB962C8B-B14F-4D97-AF65-F5344CB8AC3E}">
        <p14:creationId xmlns:p14="http://schemas.microsoft.com/office/powerpoint/2010/main" val="1322493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B66C9CD-6BF4-44CA-8078-0BB819080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77E849-2699-67B8-89AA-6B0596387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423382"/>
            <a:ext cx="4078800" cy="1569660"/>
          </a:xfrm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pPr algn="ctr"/>
            <a:r>
              <a:rPr lang="en-US" sz="3200" kern="1200" cap="none" spc="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HTML &amp; CSS CODE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1A398A-33A0-8E8C-486B-42CD0E0B95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0000" y="2361601"/>
            <a:ext cx="4078800" cy="3416900"/>
          </a:xfrm>
        </p:spPr>
        <p:txBody>
          <a:bodyPr vert="horz" lIns="91440" tIns="45720" rIns="91440" bIns="45720" rtlCol="0"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/>
              <a:t>I was able to use various html code to fill in the details of my business and other additional information while CSS Code was used to format and align my images</a:t>
            </a:r>
          </a:p>
        </p:txBody>
      </p:sp>
      <p:pic>
        <p:nvPicPr>
          <p:cNvPr id="5" name="Content Placeholder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2C3C530B-4F8B-6CBD-A5D4-FD069B909E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8806" r="41417"/>
          <a:stretch/>
        </p:blipFill>
        <p:spPr>
          <a:xfrm>
            <a:off x="6096001" y="540033"/>
            <a:ext cx="5555012" cy="577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357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B65AA36A-D7CC-493C-A0EE-F8AC3564D1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4DA939-718F-058A-9BE5-0CD78FC14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369" y="395297"/>
            <a:ext cx="4078800" cy="1594282"/>
          </a:xfrm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pPr algn="ctr"/>
            <a:r>
              <a:rPr lang="en-US" sz="3000" kern="1200" cap="none" spc="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ISSUES/CHALLENGES</a:t>
            </a:r>
          </a:p>
        </p:txBody>
      </p:sp>
      <p:pic>
        <p:nvPicPr>
          <p:cNvPr id="5" name="Picture Placeholder 4" descr="A screen shot of a computer&#10;&#10;Description automatically generated">
            <a:extLst>
              <a:ext uri="{FF2B5EF4-FFF2-40B4-BE49-F238E27FC236}">
                <a16:creationId xmlns:a16="http://schemas.microsoft.com/office/drawing/2014/main" id="{60561FC6-6A9D-8488-5EE0-A9B61110DF0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l="17589" r="27912" b="2"/>
          <a:stretch/>
        </p:blipFill>
        <p:spPr>
          <a:xfrm>
            <a:off x="717006" y="540000"/>
            <a:ext cx="5778000" cy="5778000"/>
          </a:xfrm>
          <a:custGeom>
            <a:avLst/>
            <a:gdLst/>
            <a:ahLst/>
            <a:cxnLst/>
            <a:rect l="l" t="t" r="r" b="b"/>
            <a:pathLst>
              <a:path w="5778000" h="5778000">
                <a:moveTo>
                  <a:pt x="2889000" y="0"/>
                </a:moveTo>
                <a:cubicBezTo>
                  <a:pt x="4484551" y="0"/>
                  <a:pt x="5778000" y="1293449"/>
                  <a:pt x="5778000" y="2889000"/>
                </a:cubicBezTo>
                <a:cubicBezTo>
                  <a:pt x="5778000" y="4484551"/>
                  <a:pt x="4484551" y="5778000"/>
                  <a:pt x="2889000" y="5778000"/>
                </a:cubicBezTo>
                <a:cubicBezTo>
                  <a:pt x="1293449" y="5778000"/>
                  <a:pt x="0" y="4484551"/>
                  <a:pt x="0" y="2889000"/>
                </a:cubicBezTo>
                <a:cubicBezTo>
                  <a:pt x="0" y="1293449"/>
                  <a:pt x="1293449" y="0"/>
                  <a:pt x="2889000" y="0"/>
                </a:cubicBezTo>
                <a:close/>
              </a:path>
            </a:pathLst>
          </a:cu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850A2DA-FC3C-4E59-9724-29CF2777D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81769" y="242814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AF63AE-FC2E-021A-6E26-A60C573D5D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12369" y="2503207"/>
            <a:ext cx="4078800" cy="327529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lnSpc>
                <a:spcPct val="140000"/>
              </a:lnSpc>
              <a:buChar char="v"/>
            </a:pPr>
            <a:r>
              <a:rPr lang="en-US" sz="1200" dirty="0"/>
              <a:t>Overall the HTML Code was not too difficult but aligning and inserting images using CSS correctly was a problem. I had to watch various videos to find a solution.</a:t>
            </a:r>
            <a:endParaRPr lang="en-US" sz="1200" dirty="0">
              <a:solidFill>
                <a:srgbClr val="000000">
                  <a:alpha val="60000"/>
                </a:srgbClr>
              </a:solidFill>
            </a:endParaRPr>
          </a:p>
          <a:p>
            <a:pPr marL="342900" indent="-342900">
              <a:lnSpc>
                <a:spcPct val="140000"/>
              </a:lnSpc>
              <a:buChar char="v"/>
            </a:pPr>
            <a:r>
              <a:rPr lang="en-US" sz="1200" dirty="0"/>
              <a:t>In addition creating borders for my table was very tedious since I had never seen an example of it before. But my biggest issue was inserting the table on the same page as my other topics. When I attempted to do so it would overwrite my previous code so I created a new html file and linked the code in the file to a hyperlink as a work around.</a:t>
            </a:r>
            <a:endParaRPr lang="en-US" sz="1200" dirty="0">
              <a:solidFill>
                <a:srgbClr val="000000">
                  <a:alpha val="6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3160594"/>
      </p:ext>
    </p:extLst>
  </p:cSld>
  <p:clrMapOvr>
    <a:masterClrMapping/>
  </p:clrMapOvr>
</p:sld>
</file>

<file path=ppt/theme/theme1.xml><?xml version="1.0" encoding="utf-8"?>
<a:theme xmlns:a="http://schemas.openxmlformats.org/drawingml/2006/main" name="FrostyVTI">
  <a:themeElements>
    <a:clrScheme name="Frosty">
      <a:dk1>
        <a:sysClr val="windowText" lastClr="000000"/>
      </a:dk1>
      <a:lt1>
        <a:sysClr val="window" lastClr="FFFFFF"/>
      </a:lt1>
      <a:dk2>
        <a:srgbClr val="0B2827"/>
      </a:dk2>
      <a:lt2>
        <a:srgbClr val="DAE3E3"/>
      </a:lt2>
      <a:accent1>
        <a:srgbClr val="767E37"/>
      </a:accent1>
      <a:accent2>
        <a:srgbClr val="B495C2"/>
      </a:accent2>
      <a:accent3>
        <a:srgbClr val="8FA3A3"/>
      </a:accent3>
      <a:accent4>
        <a:srgbClr val="CE7F01"/>
      </a:accent4>
      <a:accent5>
        <a:srgbClr val="D15A29"/>
      </a:accent5>
      <a:accent6>
        <a:srgbClr val="B88470"/>
      </a:accent6>
      <a:hlink>
        <a:srgbClr val="B57001"/>
      </a:hlink>
      <a:folHlink>
        <a:srgbClr val="996209"/>
      </a:folHlink>
    </a:clrScheme>
    <a:fontScheme name="Frosted Leaf">
      <a:majorFont>
        <a:latin typeface="Goudy Old Style"/>
        <a:ea typeface=""/>
        <a:cs typeface=""/>
      </a:majorFont>
      <a:minorFont>
        <a:latin typeface="Avenir Next LT Pro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ostyVTI" id="{DD283BC3-E0B6-4E4B-91CF-F0F54D51BB21}" vid="{3EE220F7-F497-4893-BE1F-7BB1D607421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348</Words>
  <Application>Microsoft Office PowerPoint</Application>
  <PresentationFormat>Widescreen</PresentationFormat>
  <Paragraphs>18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Avenir Next LT Pro</vt:lpstr>
      <vt:lpstr>Goudy Old Style</vt:lpstr>
      <vt:lpstr>Wingdings</vt:lpstr>
      <vt:lpstr>FrostyVTI</vt:lpstr>
      <vt:lpstr>AEROIC ACCOUNTS</vt:lpstr>
      <vt:lpstr>Table of Contents     </vt:lpstr>
      <vt:lpstr>Business Model</vt:lpstr>
      <vt:lpstr>Why did I choose this business model?</vt:lpstr>
      <vt:lpstr>HTML &amp; CSS CODE</vt:lpstr>
      <vt:lpstr>ISSUES/CHALLENGES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Israel</dc:creator>
  <cp:lastModifiedBy>Israel Akintomide</cp:lastModifiedBy>
  <cp:revision>257</cp:revision>
  <dcterms:created xsi:type="dcterms:W3CDTF">2023-10-16T21:32:37Z</dcterms:created>
  <dcterms:modified xsi:type="dcterms:W3CDTF">2026-06-29T08:51:26Z</dcterms:modified>
</cp:coreProperties>
</file>